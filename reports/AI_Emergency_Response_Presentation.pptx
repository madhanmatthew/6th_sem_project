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5" r:id="rId11"/>
    <p:sldId id="266" r:id="rId12"/>
    <p:sldId id="267" r:id="rId13"/>
    <p:sldId id="269" r:id="rId14"/>
    <p:sldId id="270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" name="Shape 1"/>
          <p:cNvSpPr/>
          <p:nvPr/>
        </p:nvSpPr>
        <p:spPr>
          <a:xfrm>
            <a:off x="6858000" y="-1097280"/>
            <a:ext cx="4389120" cy="4389120"/>
          </a:xfrm>
          <a:prstGeom prst="ellipse">
            <a:avLst/>
          </a:prstGeom>
          <a:solidFill>
            <a:srgbClr val="C0392B">
              <a:alpha val="1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223760" y="-731520"/>
            <a:ext cx="3291840" cy="3291840"/>
          </a:xfrm>
          <a:prstGeom prst="ellipse">
            <a:avLst/>
          </a:prstGeom>
          <a:solidFill>
            <a:srgbClr val="C0392B">
              <a:alpha val="3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32918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MVP — Bengaluru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Emergency Response &amp;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Traffic Clearance 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6858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CF0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simulation-driven, multi-agent AI platform that reduces emergency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CF0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time across Bengaluru's road network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187452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913632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334256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78608" y="3858768"/>
            <a:ext cx="187452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78608" y="3913632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78608" y="4334256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3858768"/>
            <a:ext cx="187452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3913632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4334256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Bengaluru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3858768"/>
            <a:ext cx="187452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21424" y="3913632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21424" y="4334256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EMS Bases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Response in Bengaluru is Broken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206240" cy="1325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91440" cy="1325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548640" y="182880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 Slow Dispatch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emergency response time in Bengaluru is 14–22 minutes — critical patients need help in under 8 minutes.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737360"/>
            <a:ext cx="4206240" cy="1325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37360"/>
            <a:ext cx="91440" cy="1325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1" name="Text 9"/>
          <p:cNvSpPr/>
          <p:nvPr/>
        </p:nvSpPr>
        <p:spPr>
          <a:xfrm>
            <a:off x="4983480" y="182880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Wrong Hospital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Dispatchers send to the nearest hospital, not the best-equipped one. Trauma patients arrive at facilities lacking ICU or surgery.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206240" cy="1325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46120"/>
            <a:ext cx="91440" cy="1325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5" name="Text 13"/>
          <p:cNvSpPr/>
          <p:nvPr/>
        </p:nvSpPr>
        <p:spPr>
          <a:xfrm>
            <a:off x="548640" y="333756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🚦  No Traffic Coordination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Ambulances get stuck at red lights and congested corridors with no signal pre-emption or route clearing.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4206240" cy="13258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246120"/>
            <a:ext cx="91440" cy="132588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9" name="Text 17"/>
          <p:cNvSpPr/>
          <p:nvPr/>
        </p:nvSpPr>
        <p:spPr>
          <a:xfrm>
            <a:off x="4983480" y="333756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 No Agent Coordination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70332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Police, ambulance, hospital and traffic units operate in silos — no unified decision layer.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 sees 150,000+ road fatalities per year — faster response directly saves lives.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Platform. Five AI Agents. Zero Silos.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2743200" cy="1481328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27632"/>
            <a:ext cx="2743200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448056" y="175564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8056" y="2084832"/>
            <a:ext cx="2487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Incident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" y="2414016"/>
            <a:ext cx="24871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severity classifier reads emergency text reports and assigns severity 1–5 using TF-IDF + Logistic Regression.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627632"/>
            <a:ext cx="2743200" cy="1481328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627632"/>
            <a:ext cx="2743200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2" name="Text 10"/>
          <p:cNvSpPr/>
          <p:nvPr/>
        </p:nvSpPr>
        <p:spPr>
          <a:xfrm>
            <a:off x="3392424" y="175564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92424" y="2084832"/>
            <a:ext cx="2487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Dispatch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2424" y="2414016"/>
            <a:ext cx="24871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specialized AI agents — Ambulance, Hospital, Traffic, Police, Coordinator — each make independent decisions and then negotiate.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627632"/>
            <a:ext cx="2743200" cy="1481328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627632"/>
            <a:ext cx="2743200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7" name="Text 15"/>
          <p:cNvSpPr/>
          <p:nvPr/>
        </p:nvSpPr>
        <p:spPr>
          <a:xfrm>
            <a:off x="6336792" y="175564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36792" y="2084832"/>
            <a:ext cx="2487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ORS Road Routing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792" y="2414016"/>
            <a:ext cx="24871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OpenRouteService API provides real road distances and travel durations for Bengaluru's actual street network.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2743200" cy="1481328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73552"/>
            <a:ext cx="2743200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2" name="Text 20"/>
          <p:cNvSpPr/>
          <p:nvPr/>
        </p:nvSpPr>
        <p:spPr>
          <a:xfrm>
            <a:off x="448056" y="340156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8056" y="3730752"/>
            <a:ext cx="2487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ML-Powered ETA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" y="4059936"/>
            <a:ext cx="24871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GradientBoosting regressor predicts realistic ETAs accounting for distance, time-of-day, traffic level and weather.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3273552"/>
            <a:ext cx="2743200" cy="1481328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273552"/>
            <a:ext cx="2743200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7" name="Text 25"/>
          <p:cNvSpPr/>
          <p:nvPr/>
        </p:nvSpPr>
        <p:spPr>
          <a:xfrm>
            <a:off x="3392424" y="340156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92424" y="3730752"/>
            <a:ext cx="2487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Map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92424" y="4059936"/>
            <a:ext cx="24871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Leaflet.js map shows incident pins, selected hospital, animated ambulance route and agent decision panels.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3273552"/>
            <a:ext cx="2743200" cy="1481328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3273552"/>
            <a:ext cx="2743200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2" name="Text 30"/>
          <p:cNvSpPr/>
          <p:nvPr/>
        </p:nvSpPr>
        <p:spPr>
          <a:xfrm>
            <a:off x="6336792" y="340156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36792" y="3730752"/>
            <a:ext cx="2487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Resolution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36792" y="4059936"/>
            <a:ext cx="24871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Coordinator agent detects route/capacity conflicts between agents and runs a weighted bid auction to resolve them.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system flows — from incident to dispatch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280160" cy="1325880"/>
          </a:xfrm>
          <a:prstGeom prst="rect">
            <a:avLst/>
          </a:prstGeom>
          <a:solidFill>
            <a:srgbClr val="C0392B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280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Report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54480" y="2029968"/>
            <a:ext cx="182880" cy="9144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8" name="Text 6"/>
          <p:cNvSpPr/>
          <p:nvPr/>
        </p:nvSpPr>
        <p:spPr>
          <a:xfrm>
            <a:off x="1554480" y="196596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417320"/>
            <a:ext cx="1280160" cy="132588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417320"/>
            <a:ext cx="1280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2029968"/>
            <a:ext cx="182880" cy="9144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2" name="Text 10"/>
          <p:cNvSpPr/>
          <p:nvPr/>
        </p:nvSpPr>
        <p:spPr>
          <a:xfrm>
            <a:off x="3017520" y="196596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1280160" cy="132588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417320"/>
            <a:ext cx="1280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029968"/>
            <a:ext cx="182880" cy="9144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6" name="Text 14"/>
          <p:cNvSpPr/>
          <p:nvPr/>
        </p:nvSpPr>
        <p:spPr>
          <a:xfrm>
            <a:off x="4480560" y="196596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280160" cy="1325880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417320"/>
            <a:ext cx="1280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2029968"/>
            <a:ext cx="182880" cy="9144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0" name="Text 18"/>
          <p:cNvSpPr/>
          <p:nvPr/>
        </p:nvSpPr>
        <p:spPr>
          <a:xfrm>
            <a:off x="5943600" y="196596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1280160" cy="132588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417320"/>
            <a:ext cx="1280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Dispatch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2029968"/>
            <a:ext cx="182880" cy="9144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4" name="Text 22"/>
          <p:cNvSpPr/>
          <p:nvPr/>
        </p:nvSpPr>
        <p:spPr>
          <a:xfrm>
            <a:off x="7406640" y="196596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417320"/>
            <a:ext cx="1280160" cy="1325880"/>
          </a:xfrm>
          <a:prstGeom prst="rect">
            <a:avLst/>
          </a:prstGeom>
          <a:solidFill>
            <a:srgbClr val="C0392B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417320"/>
            <a:ext cx="1280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880360"/>
            <a:ext cx="40233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BACKEND: FastAPI + WebSocket streaming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3200400"/>
            <a:ext cx="4023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serves REST &amp; WebSocket endpoints. WebSocket streams each agent's decision in sequence to the frontend, creating a live "thinking" experience for the dispatcher.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2880360"/>
            <a:ext cx="40233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FRONTEND: Leaflet.js + HTML5 Static Pages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3200400"/>
            <a:ext cx="4023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map (map.html) shows incident pins, hospital selection, and animated ambulance routes. Dispatch console (index.html) provides text-based agent output.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023360"/>
            <a:ext cx="40233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ROUTING: OpenRouteService (ORS) API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4352544"/>
            <a:ext cx="4023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ORS provides actual road-graph distances and free-flow travel times. The system applies Bengaluru-specific congestion multipliers (1.2×–1.7×) on top of ORS values.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4023360"/>
            <a:ext cx="40233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Real Bengaluru Geographic Data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63440" y="4352544"/>
            <a:ext cx="4023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curated hospitals from KASS dataset with specialties, 16 EMS bases with GPS coordinates, and 1061 hospital locations from OpenStreetMap GeoJSON.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5 AI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agent is autonomous — they reason, score, and recommend independently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670048" cy="1536192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2670048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384048" y="1536192"/>
            <a:ext cx="24505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🚑  Ambulance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847088"/>
            <a:ext cx="24505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ORS Road Distance + Physics ETA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245059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all 8 EMS bases by ETA, capability, and load. Applies Bengaluru congestion (1.2× baseline + traffic + weather). Selects triage priority (P1/P2/P3) and dispatches 1–3 ambulances.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444752"/>
            <a:ext cx="2670048" cy="1536192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444752"/>
            <a:ext cx="2670048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Text 10"/>
          <p:cNvSpPr/>
          <p:nvPr/>
        </p:nvSpPr>
        <p:spPr>
          <a:xfrm>
            <a:off x="3282696" y="1536192"/>
            <a:ext cx="24505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Hospital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847088"/>
            <a:ext cx="24505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RandomForest Q-value + ORS Distance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82696" y="2084832"/>
            <a:ext cx="245059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12 hospitals using distance (35%), free beds (25%), trauma capability (20%), load (12%), and specialty bonus (8%). Hard-penalises hospitals with no trauma when severity ≥ 3.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670048" cy="1536192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444752"/>
            <a:ext cx="2670048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6181344" y="1536192"/>
            <a:ext cx="24505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🚦  Traffic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1847088"/>
            <a:ext cx="24505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RandomForest Predictor + Signal Policy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2084832"/>
            <a:ext cx="245059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congestion level (LOW/MOD/HIGH/SEVERE) and delay minutes. Selects control mode: monitor only → green wave → priority corridor → full arterial lockdown based on traffic pressure.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19072" y="3127248"/>
            <a:ext cx="2670048" cy="1536192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19072" y="3127248"/>
            <a:ext cx="2670048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2" name="Text 20"/>
          <p:cNvSpPr/>
          <p:nvPr/>
        </p:nvSpPr>
        <p:spPr>
          <a:xfrm>
            <a:off x="1828800" y="3218688"/>
            <a:ext cx="24505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👮  Police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529584"/>
            <a:ext cx="24505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Severity Classifier + Deployment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0" y="3767328"/>
            <a:ext cx="245059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Classifies incident risk and selects from 4 deployment plans (2–5 units, 60–220m perimeter). Establishes crowd-control zones and perimeter roads to keep corridors clear.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3127248"/>
            <a:ext cx="2670048" cy="1536192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127248"/>
            <a:ext cx="2670048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4727448" y="3218688"/>
            <a:ext cx="24505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Coordinator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27448" y="3529584"/>
            <a:ext cx="24505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Bid Auction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27448" y="3767328"/>
            <a:ext cx="245059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route/capacity conflicts between agents. Runs a weighted bid auction where agents compete with scored bids. Loser yields — e.g., police reroutes to let ambulance through.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machine learning models power the intelligence layer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520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029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7" name="Text 5"/>
          <p:cNvSpPr/>
          <p:nvPr/>
        </p:nvSpPr>
        <p:spPr>
          <a:xfrm>
            <a:off x="429768" y="1417320"/>
            <a:ext cx="24780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Gradient Boosting ETA Regressor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24780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ambulance ETA in minutes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578608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798064"/>
            <a:ext cx="24780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distance_km,  time_of_day,  day_of_week,  traffic_level,  weather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310128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529584"/>
            <a:ext cx="24780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synthetic Bengaluru-calibrated samples (40% peak hours, 30% near-peak, 30% off-peak)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4023360"/>
            <a:ext cx="247802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Model output is sanity-checked with a physics floor: distance/25 km·h⁻¹ + 4 min dispatch overhead. No ambulance ever reports under 5 min.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417320"/>
            <a:ext cx="2697480" cy="3520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417320"/>
            <a:ext cx="2697480" cy="5029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7" name="Text 15"/>
          <p:cNvSpPr/>
          <p:nvPr/>
        </p:nvSpPr>
        <p:spPr>
          <a:xfrm>
            <a:off x="3328416" y="1417320"/>
            <a:ext cx="24780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Random Forest Hospital Scorer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2011680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28416" y="2231136"/>
            <a:ext cx="24780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Q-value score for each candidate hospital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28416" y="2578608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2798064"/>
            <a:ext cx="24780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severity,  injured,  free_beds,  trauma (bool),  distance_km,  load_ratio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28416" y="3310128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28416" y="3529584"/>
            <a:ext cx="24780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hospital-assignment data with trauma and capacity labels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4023360"/>
            <a:ext cx="247802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Hard penalties: −0.25 if free beds &lt; injured; −0.30 if trauma needed but hospital lacks it.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17336" y="1417320"/>
            <a:ext cx="2697480" cy="3520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1417320"/>
            <a:ext cx="2697480" cy="5029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7" name="Text 25"/>
          <p:cNvSpPr/>
          <p:nvPr/>
        </p:nvSpPr>
        <p:spPr>
          <a:xfrm>
            <a:off x="6227064" y="1417320"/>
            <a:ext cx="24780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 TF-IDF + Logistic Regression Severity Classifier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27064" y="2011680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27064" y="2231136"/>
            <a:ext cx="24780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incident severity 1–5 from raw text report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27064" y="2578608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27064" y="2798064"/>
            <a:ext cx="24780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incident text (TF-IDF vectorised unigrams + bigrams)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27064" y="3310128"/>
            <a:ext cx="24780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3529584"/>
            <a:ext cx="24780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Template-generated corpus: 5 severity classes × 3 templates × locations/vehicles → hundreds of examples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27064" y="4023360"/>
            <a:ext cx="247802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Rule-based fallback activates when ML confidence is low. Blended severity = max(rule, ml) for safety.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ETA &amp; ROUTING LOGIC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system calculates realistic Bengaluru ETAs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87552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ETA Formula (when ORS road time is available):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7955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ETA = ORS_free_flow_time × 1.20 (BLR baseline) × (1 + traffic×0.14) × (1 + weather×0.06)  +  4 min dispatch overhead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2697480" cy="10515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78608"/>
            <a:ext cx="26974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475488" y="2688336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Bengaluru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29968" y="2688336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1.20×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017520"/>
            <a:ext cx="24780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applied — accounts for chronic city congestion even on off-peak hours.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2578608"/>
            <a:ext cx="2697480" cy="10515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2578608"/>
            <a:ext cx="26974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3328416" y="2688336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Level (0–3)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2896" y="2688336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 to +42%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28416" y="3017520"/>
            <a:ext cx="24780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Heavy traffic (level 3) degrades speed by 42% on top of baseline.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2578608"/>
            <a:ext cx="2697480" cy="10515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2578608"/>
            <a:ext cx="26974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0" name="Text 18"/>
          <p:cNvSpPr/>
          <p:nvPr/>
        </p:nvSpPr>
        <p:spPr>
          <a:xfrm>
            <a:off x="6181344" y="2688336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 / Rain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35824" y="2688336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 to +12%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81344" y="3017520"/>
            <a:ext cx="24780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adds 6% per weather unit; typically 12% in monsoon conditions.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67328"/>
            <a:ext cx="2697480" cy="10515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67328"/>
            <a:ext cx="26974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5" name="Text 23"/>
          <p:cNvSpPr/>
          <p:nvPr/>
        </p:nvSpPr>
        <p:spPr>
          <a:xfrm>
            <a:off x="475488" y="3877056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 Overhead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29968" y="3877056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+4 min fixed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4206240"/>
            <a:ext cx="24780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for call receipt → crew boards → vehicle exits bay.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3767328"/>
            <a:ext cx="2697480" cy="10515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3767328"/>
            <a:ext cx="26974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3328416" y="3877056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Delay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2896" y="3877056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+0.65 min/km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28416" y="4206240"/>
            <a:ext cx="24780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 signal per km, each adding ~40s on emergency corridor routes.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71616" y="3767328"/>
            <a:ext cx="2697480" cy="10515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3767328"/>
            <a:ext cx="26974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6181344" y="3877056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Floor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35824" y="3877056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 5 min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81344" y="4206240"/>
            <a:ext cx="24780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ETA can never be under max(physics_min, 5 min). Prevents ML hallucinations.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COORDINATOR 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Resolution via Weighted Bid Auction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5727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91440" cy="157276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594360" y="1554480"/>
            <a:ext cx="4572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 Route Perimeter Conflict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3291840" cy="31089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9" name="Text 7"/>
          <p:cNvSpPr/>
          <p:nvPr/>
        </p:nvSpPr>
        <p:spPr>
          <a:xfrm>
            <a:off x="5303520" y="1554480"/>
            <a:ext cx="3291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TRIGGER: Police perimeter radius ≥ 100m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79552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Ambulance route passes through the police perimeter zone. Agents bid: Ambulance (weight 0.58) vs Police (weight 0.42). Ambulance wins → police yields → ambulance re-routes via alternate route.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8412480" cy="15727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246120"/>
            <a:ext cx="91440" cy="157276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3" name="Text 11"/>
          <p:cNvSpPr/>
          <p:nvPr/>
        </p:nvSpPr>
        <p:spPr>
          <a:xfrm>
            <a:off x="594360" y="3337560"/>
            <a:ext cx="4572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Hospital Capacity Conflict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3337560"/>
            <a:ext cx="3291840" cy="31089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5" name="Text 13"/>
          <p:cNvSpPr/>
          <p:nvPr/>
        </p:nvSpPr>
        <p:spPr>
          <a:xfrm>
            <a:off x="5303520" y="3337560"/>
            <a:ext cx="3291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TRIGGER: Free beds &lt; beds reserved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79552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has fewer beds than the number of injured patients needing admission. Agents bid: Hospital agent (weight 0.52) vs Ambulance (weight 0.36) vs Police (weight 0.12). Hospital wins → fallback hospital is selected.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Conflicts were detected in 100% of the 8 benchmark scenarios — coordination was always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vs. Simple Baseline — 8 Bengaluru Scenarios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192024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81328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8/8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444752"/>
            <a:ext cx="192024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81328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190195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Chosen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44752"/>
            <a:ext cx="192024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81328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11.0 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90195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444752"/>
            <a:ext cx="1920240" cy="914400"/>
          </a:xfrm>
          <a:prstGeom prst="rect">
            <a:avLst/>
          </a:prstGeom>
          <a:solidFill>
            <a:srgbClr val="1B2A4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481328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190195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Scenarios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365760" y="2487168"/>
          <a:ext cx="841248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82296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ETA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Saved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Hospital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Silk Board truck rollover, 6 inj.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12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12.7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</a:rPr>
                        <a:t>+0.7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✗ Better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Hebbal bus collision, 4 inj.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8.0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74C3C"/>
                          </a:solidFill>
                        </a:rPr>
                        <a:t>−2.0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✓ Same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Marathahalli car crash, rain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16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18.2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</a:rPr>
                        <a:t>+2.2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✗ Better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Koramangala bike accident, 1 inj.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3.0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74C3C"/>
                          </a:solidFill>
                        </a:rPr>
                        <a:t>−2.0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✗ Better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Indiranagar pileup, 5 inj., critical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15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18.3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</a:rPr>
                        <a:t>+3.3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✗ Better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Whitefield truck, 3 inj.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8.0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74C3C"/>
                          </a:solidFill>
                        </a:rPr>
                        <a:t>−2.0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✓ Same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MG Road auto, peak hour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8.0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74C3C"/>
                          </a:solidFill>
                        </a:rPr>
                        <a:t>−2.0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✗ Better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Hebbal bus, 8 inj., severe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3.0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74C3C"/>
                          </a:solidFill>
                        </a:rPr>
                        <a:t>−7.0 min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✓ Same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AI consistently selects trauma-capable hospitals with available beds. Baseline always picks nearest, regardless of capacity or specialty.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Modern, production-grade components across the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251960" cy="15727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44752"/>
            <a:ext cx="4251960" cy="42062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448056" y="1444752"/>
            <a:ext cx="39959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" y="1920240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FastAPI (Python) — REST + WebSocket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8056" y="2176272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Uvicorn ASGI server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" y="2432304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Pydantic for request validation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2688336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CORS middleware for frontend access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2312" y="1444752"/>
            <a:ext cx="4251960" cy="15727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444752"/>
            <a:ext cx="4251960" cy="42062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4910328" y="1444752"/>
            <a:ext cx="39959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1920240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scikit-learn — RandomForest, GradientBoosting, LogisticRegression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2176272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TF-IDF Vectorizer for text classification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0328" y="2432304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joblib for model persistence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2688336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NumPy / Pandas for feature engineering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27832"/>
            <a:ext cx="4251960" cy="15727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27832"/>
            <a:ext cx="4251960" cy="420624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21" name="Text 19"/>
          <p:cNvSpPr/>
          <p:nvPr/>
        </p:nvSpPr>
        <p:spPr>
          <a:xfrm>
            <a:off x="448056" y="3227832"/>
            <a:ext cx="39959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&amp; Geospatial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" y="3703320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OpenRouteService API — real road distances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056" y="3959352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Haversine formula fallback (no API key)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" y="4215384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GeoJSON for 1061 hospital locations (OSM)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" y="4471416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Leaflet.js for interactive map rendering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82312" y="3227832"/>
            <a:ext cx="4251960" cy="15727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82312" y="3227832"/>
            <a:ext cx="4251960" cy="420624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8" name="Text 26"/>
          <p:cNvSpPr/>
          <p:nvPr/>
        </p:nvSpPr>
        <p:spPr>
          <a:xfrm>
            <a:off x="4910328" y="3227832"/>
            <a:ext cx="39959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Datasets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0328" y="3703320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KASS dataset — 12 curated Bengaluru hospitals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0328" y="3959352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8 EMS bases with real GPS coordinates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0328" y="4215384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OpenStreetMap hospital GeoJSON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0328" y="4471416"/>
            <a:ext cx="39959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Synthetic training data (Bengaluru-calibrated)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MVP Simulation → Production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743200" cy="34930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44752"/>
            <a:ext cx="2743200" cy="47548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429768" y="1444752"/>
            <a:ext cx="252374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Real Data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048256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hospital bed counts via hospital APIs (ABDM / NHA)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724912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ambulance GPS tracking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401568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BBMP traffic signal system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4078224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weather API for rain/fog conditions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444752"/>
            <a:ext cx="2743200" cy="34930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444752"/>
            <a:ext cx="2743200" cy="47548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3328416" y="1444752"/>
            <a:ext cx="252374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Model Improvement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048256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ETA model on real EMS dispatch records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2724912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 for dynamic hospital Q-values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3401568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BERT-based incident text classifier (replace TF-IDF)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4078224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congestion data from BTIS / Google Maps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17336" y="1444752"/>
            <a:ext cx="2743200" cy="34930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1444752"/>
            <a:ext cx="2743200" cy="475488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21" name="Text 19"/>
          <p:cNvSpPr/>
          <p:nvPr/>
        </p:nvSpPr>
        <p:spPr>
          <a:xfrm>
            <a:off x="6227064" y="1444752"/>
            <a:ext cx="252374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— Scale &amp; Deployment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2048256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for dispatchers (iOS/Android)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2724912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Multi-city expansion (Chennai, Hyderabad, Mumbai)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3401568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with 108 ambulance 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7064" y="4078224"/>
            <a:ext cx="252374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ambulance tracking for citizens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7" name="Text 25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Build the intelligence layer that every emergency dispatcher in India deserves.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C0392B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Emergency Response &amp;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Traffic Clearance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Bengaluru. Designed for India.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2240280" cy="34747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8" name="Text 6"/>
          <p:cNvSpPr/>
          <p:nvPr/>
        </p:nvSpPr>
        <p:spPr>
          <a:xfrm>
            <a:off x="914400" y="3154680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154680"/>
            <a:ext cx="2240280" cy="34747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10" name="Text 8"/>
          <p:cNvSpPr/>
          <p:nvPr/>
        </p:nvSpPr>
        <p:spPr>
          <a:xfrm>
            <a:off x="3429000" y="3154680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154680"/>
            <a:ext cx="2240280" cy="34747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12" name="Text 10"/>
          <p:cNvSpPr/>
          <p:nvPr/>
        </p:nvSpPr>
        <p:spPr>
          <a:xfrm>
            <a:off x="5943600" y="3154680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OpenRouteService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630168"/>
            <a:ext cx="2240280" cy="34747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14" name="Text 12"/>
          <p:cNvSpPr/>
          <p:nvPr/>
        </p:nvSpPr>
        <p:spPr>
          <a:xfrm>
            <a:off x="914400" y="3630168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Leaflet.js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630168"/>
            <a:ext cx="2240280" cy="34747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16" name="Text 14"/>
          <p:cNvSpPr/>
          <p:nvPr/>
        </p:nvSpPr>
        <p:spPr>
          <a:xfrm>
            <a:off x="3429000" y="3630168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Bengaluru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630168"/>
            <a:ext cx="2240280" cy="34747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18" name="Text 16"/>
          <p:cNvSpPr/>
          <p:nvPr/>
        </p:nvSpPr>
        <p:spPr>
          <a:xfrm>
            <a:off x="5943600" y="3630168"/>
            <a:ext cx="2240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AI Agents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9768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4828032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 Let's discuss how we can take this to production.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9261</Words>
  <Application>WPS Presentation</Application>
  <PresentationFormat>On-screen Show (16:9)</PresentationFormat>
  <Paragraphs>508</Paragraphs>
  <Slides>12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Emergency Response &amp; Smart Traffic Clearance System</dc:title>
  <dc:creator>Emergency MVP Team</dc:creator>
  <dc:subject>PptxGenJS Presentation</dc:subject>
  <cp:lastModifiedBy>Harikrishna RL</cp:lastModifiedBy>
  <cp:revision>4</cp:revision>
  <dcterms:created xsi:type="dcterms:W3CDTF">2026-05-19T09:02:00Z</dcterms:created>
  <dcterms:modified xsi:type="dcterms:W3CDTF">2026-05-19T09:46:29Z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15B3E055745C45248428565DAF07F50A_12</vt:lpwstr>
  </property>
  <property fmtid="{D5CDD505-2E9C-101B-9397-08002B2CF9AE}" pid="3" name="KSOProductBuildVer">
    <vt:lpwstr>1033-12.1.0.26372</vt:lpwstr>
  </property>
</Properties>
</file>